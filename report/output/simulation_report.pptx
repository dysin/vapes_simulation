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电子烟气道仿真报告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单相流模拟结果分析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仿真参数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入口流速：15.6 m/s</a:t>
            </a:r>
          </a:p>
          <a:p>
            <a:r>
              <a:t>出口压力：101325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ometry_in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3679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速度分布云图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